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7C858-D473-D00F-2F1A-8F0DC0188A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167188-2E2C-0B2B-B0B7-9E796058F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4224A-690A-0E92-B0E7-694A8630B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BE08-026D-4B7C-AA84-9E0859B682B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BF761-E166-A36A-ED9B-CA6FC94FF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86A4B-E9E2-2739-D095-BB2198675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EB02-633B-4A3C-9448-08673A494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493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B7A8E-BDB2-8230-9CD1-999507E3C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B8107-D98F-0028-565C-BD47713D6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D6523-BECB-33CB-5A58-9C0C5F005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BE08-026D-4B7C-AA84-9E0859B682B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0213B-6276-1A75-1C78-6825C99DC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6BF5A-8225-DFFC-2DF7-8FEBC0F9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EB02-633B-4A3C-9448-08673A494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414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22A2B-B1FF-7B9C-758F-C3B93F7FE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15754-F518-878C-88C6-39CE6C82C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791D-6CEB-C2C5-041C-B96676A5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BE08-026D-4B7C-AA84-9E0859B682B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13414-35EC-23ED-9794-7A66782DD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D8296-7474-A147-8AF7-BACF315B9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EB02-633B-4A3C-9448-08673A494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86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258E4-6358-9273-7CCE-BACE75B2F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10317-CA32-7980-7B77-A8AED9544F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4BDBE-F744-0FCF-CA15-37E27E0B2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8C6F1-0EEC-D08E-7ECC-D8251E9BA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BE08-026D-4B7C-AA84-9E0859B682B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F8A2B-F21A-AEB2-9E04-2C7045F18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61796-7CBE-B2FA-E6C0-AD1388B49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EB02-633B-4A3C-9448-08673A494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34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4905C-3D27-D198-1AF1-B50AE173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4B41B-1EDA-34FA-4F60-19661FF84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2966F-6316-0DC2-0C8F-CF52EFCD9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B6458-FCD3-46C3-5CA1-B9DE8C8A05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7A6BCA-C566-62A2-31CE-0F0CFF2779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5BBA48-01EB-C918-BC07-DB559F90C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BE08-026D-4B7C-AA84-9E0859B682B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28E38F-5FBB-3602-9394-86295351F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BE9399-D55C-175E-B35E-E74705C4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EB02-633B-4A3C-9448-08673A494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49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4A216-6C93-CBEC-6A26-7EBDA56DD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358BF6-37A4-58C6-DB3C-003B82F22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BE08-026D-4B7C-AA84-9E0859B682B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7DF74A-27C9-250C-0247-FA05D4944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D8C6D3-6833-1CC8-09AF-D943CFCE3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EB02-633B-4A3C-9448-08673A494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522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293481-DFAA-FAF5-A07D-03CE187BB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BE08-026D-4B7C-AA84-9E0859B682B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F8E06-30B3-2D85-1EA2-2B4A6636C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D9F82-39A0-30D4-D1C5-5B2716C46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EB02-633B-4A3C-9448-08673A494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32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94126-E4DF-627D-0DAA-A41C38D41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8B019-77A5-DD41-894B-4AEF3ED23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BA762-BFA4-1F72-8F1A-ADDC7A0FB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FEBFE-AA0C-E8DD-27CB-D74D19E1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BE08-026D-4B7C-AA84-9E0859B682B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03642-2849-7631-DFD2-BC2FE88E0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78C5F-960D-BD31-556B-F52A1BCD0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EB02-633B-4A3C-9448-08673A494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16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EA1E1-F6E9-54B1-07B5-66D414C6C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37210D-C630-7CBD-C527-39BCC66110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89E95C-CACB-52BF-A21C-67B59BF25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E8E04-6E86-DEC6-092D-98B2295EF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BE08-026D-4B7C-AA84-9E0859B682B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53A84-6CD0-477D-D611-602F63B32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A66D3-2A05-9D0E-9CC8-DE00343F8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EB02-633B-4A3C-9448-08673A494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35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7404A-001D-27B3-C17F-F50231154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87BBC0-9732-1E1C-32D6-AEA971A9A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33E62-73E3-57C3-9DAE-2234B7C9D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BE08-026D-4B7C-AA84-9E0859B682B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B02DC-A2AE-126D-A1D9-F7BFF8807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421F5-90C9-7212-884D-ECCFB3664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EB02-633B-4A3C-9448-08673A494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66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5AC2BB-1A45-C3D3-1B99-D6FC91F1BA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FBB6C3-3844-F7B7-F4CA-6F0B549D5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930B8-6B7C-B1D4-4565-625CB30FF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BE08-026D-4B7C-AA84-9E0859B682B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5974C-560D-5FBA-630B-686A621EB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4D9E2-7525-B6AB-53F4-63838FD55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8EB02-633B-4A3C-9448-08673A494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844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5CBA3C-8F3F-FB6F-9B9A-7ABEE5C9E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C8326-C992-EB70-02A9-66829E857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3BE5D-567B-2029-5C69-B96408A0AC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C0BE08-026D-4B7C-AA84-9E0859B682B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388B3-42BE-CCEB-E140-6268D6179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413F7-5F81-ED80-D27D-8E0440656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28EB02-633B-4A3C-9448-08673A494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86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23976-FC4A-2840-4CFD-792C93CB0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Streams API: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ECC76-6FE9-B9A5-7283-DC5CC6579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343"/>
            <a:ext cx="10515600" cy="2492825"/>
          </a:xfrm>
        </p:spPr>
        <p:txBody>
          <a:bodyPr/>
          <a:lstStyle/>
          <a:p>
            <a:r>
              <a:rPr lang="en-US" dirty="0"/>
              <a:t>We can consider Stream as a pipeline, through which our collection elements passes through to perform various operations like filtering, sorting, etc.</a:t>
            </a:r>
          </a:p>
          <a:p>
            <a:r>
              <a:rPr lang="en-US" dirty="0"/>
              <a:t>Useful when deals with bulk processing(Can do parallel processing)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9B7FA6B-76E6-83C6-AB04-16B3AE120239}"/>
              </a:ext>
            </a:extLst>
          </p:cNvPr>
          <p:cNvSpPr/>
          <p:nvPr/>
        </p:nvSpPr>
        <p:spPr>
          <a:xfrm>
            <a:off x="1534888" y="4452257"/>
            <a:ext cx="1709059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Collection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664EC2A-79A0-9003-3263-9082FF82EE89}"/>
              </a:ext>
            </a:extLst>
          </p:cNvPr>
          <p:cNvCxnSpPr>
            <a:stCxn id="4" idx="6"/>
          </p:cNvCxnSpPr>
          <p:nvPr/>
        </p:nvCxnSpPr>
        <p:spPr>
          <a:xfrm>
            <a:off x="3243947" y="4909457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DBD5E3F9-8C37-6A70-0488-C6D958130BF6}"/>
              </a:ext>
            </a:extLst>
          </p:cNvPr>
          <p:cNvSpPr/>
          <p:nvPr/>
        </p:nvSpPr>
        <p:spPr>
          <a:xfrm>
            <a:off x="3603169" y="4441367"/>
            <a:ext cx="1709059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Stream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32E9EF5-9D95-B34F-C8E9-851BE81E07A5}"/>
              </a:ext>
            </a:extLst>
          </p:cNvPr>
          <p:cNvSpPr/>
          <p:nvPr/>
        </p:nvSpPr>
        <p:spPr>
          <a:xfrm>
            <a:off x="5671456" y="4441367"/>
            <a:ext cx="2133605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Operations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8EF584B-C570-F814-1916-6F2590493BD1}"/>
              </a:ext>
            </a:extLst>
          </p:cNvPr>
          <p:cNvCxnSpPr/>
          <p:nvPr/>
        </p:nvCxnSpPr>
        <p:spPr>
          <a:xfrm>
            <a:off x="5312228" y="4898567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27B0BE5-DBEF-8716-4A60-FD74F169014E}"/>
              </a:ext>
            </a:extLst>
          </p:cNvPr>
          <p:cNvSpPr/>
          <p:nvPr/>
        </p:nvSpPr>
        <p:spPr>
          <a:xfrm>
            <a:off x="8164289" y="4430477"/>
            <a:ext cx="2133605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Terminal Operations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C41DE8D-004F-474D-F3AB-8CA70EDB3D28}"/>
              </a:ext>
            </a:extLst>
          </p:cNvPr>
          <p:cNvCxnSpPr/>
          <p:nvPr/>
        </p:nvCxnSpPr>
        <p:spPr>
          <a:xfrm>
            <a:off x="7805061" y="4887677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652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579B3-04FD-2804-5313-7EB8DDB40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3143"/>
            <a:ext cx="10515600" cy="5523820"/>
          </a:xfrm>
        </p:spPr>
        <p:txBody>
          <a:bodyPr/>
          <a:lstStyle/>
          <a:p>
            <a:r>
              <a:rPr lang="en-US" dirty="0"/>
              <a:t>Ways to create stream: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From Collection</a:t>
            </a:r>
          </a:p>
          <a:p>
            <a:pPr marL="914400" lvl="2" indent="0">
              <a:buNone/>
            </a:pPr>
            <a:r>
              <a:rPr lang="en-US" dirty="0"/>
              <a:t>List&lt;Integer&gt; </a:t>
            </a:r>
            <a:r>
              <a:rPr lang="en-US" dirty="0" err="1"/>
              <a:t>arrayList</a:t>
            </a:r>
            <a:r>
              <a:rPr lang="en-US" dirty="0"/>
              <a:t>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  <a:p>
            <a:pPr marL="914400" lvl="2" indent="0">
              <a:buNone/>
            </a:pPr>
            <a:r>
              <a:rPr lang="en-US" dirty="0"/>
              <a:t>Stream&lt;Integer&gt; stream = </a:t>
            </a:r>
            <a:r>
              <a:rPr lang="en-US" dirty="0" err="1"/>
              <a:t>arrayList.stream</a:t>
            </a:r>
            <a:r>
              <a:rPr lang="en-US" dirty="0"/>
              <a:t>();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From Array</a:t>
            </a:r>
          </a:p>
          <a:p>
            <a:pPr marL="914400" lvl="2" indent="0">
              <a:buNone/>
            </a:pPr>
            <a:r>
              <a:rPr lang="en-US" dirty="0" err="1"/>
              <a:t>Arrays.stream</a:t>
            </a:r>
            <a:r>
              <a:rPr lang="en-US" dirty="0"/>
              <a:t>(array);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From Static method</a:t>
            </a:r>
          </a:p>
          <a:p>
            <a:pPr marL="914400" lvl="2" indent="0">
              <a:buNone/>
            </a:pPr>
            <a:r>
              <a:rPr lang="en-US" dirty="0" err="1"/>
              <a:t>Stream.of</a:t>
            </a:r>
            <a:r>
              <a:rPr lang="en-US" dirty="0"/>
              <a:t>(1,2,3,4,5,…);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From Stream Builder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From Stream Iterate</a:t>
            </a:r>
          </a:p>
        </p:txBody>
      </p:sp>
    </p:spTree>
    <p:extLst>
      <p:ext uri="{BB962C8B-B14F-4D97-AF65-F5344CB8AC3E}">
        <p14:creationId xmlns:p14="http://schemas.microsoft.com/office/powerpoint/2010/main" val="2926348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B59EA-5707-4078-14C7-ED43C877A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956"/>
            <a:ext cx="10515600" cy="670461"/>
          </a:xfrm>
        </p:spPr>
        <p:txBody>
          <a:bodyPr>
            <a:normAutofit/>
          </a:bodyPr>
          <a:lstStyle/>
          <a:p>
            <a:r>
              <a:rPr lang="en-US" sz="2400" dirty="0"/>
              <a:t>Intermediate Operations: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C1D4E-E123-2E63-6B7F-A9BFB34B0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6986"/>
            <a:ext cx="10515600" cy="5796058"/>
          </a:xfrm>
        </p:spPr>
        <p:txBody>
          <a:bodyPr>
            <a:normAutofit/>
          </a:bodyPr>
          <a:lstStyle/>
          <a:p>
            <a:r>
              <a:rPr lang="en-US" sz="1600" dirty="0"/>
              <a:t>Filter(Predicate&lt;T&gt; predicate)</a:t>
            </a:r>
          </a:p>
          <a:p>
            <a:pPr lvl="1"/>
            <a:r>
              <a:rPr lang="en-US" sz="1600" dirty="0"/>
              <a:t>Filters the elements from input stream based on the predicate condition</a:t>
            </a:r>
          </a:p>
          <a:p>
            <a:r>
              <a:rPr lang="en-US" sz="1600" dirty="0"/>
              <a:t>Map(Function&lt;T,R&gt; mapper)</a:t>
            </a:r>
          </a:p>
          <a:p>
            <a:pPr lvl="1"/>
            <a:r>
              <a:rPr lang="en-US" sz="1600" dirty="0"/>
              <a:t>Used to transform each element in the stream</a:t>
            </a:r>
          </a:p>
          <a:p>
            <a:r>
              <a:rPr lang="en-US" sz="1600" dirty="0" err="1"/>
              <a:t>Flatmap</a:t>
            </a:r>
            <a:r>
              <a:rPr lang="en-US" sz="1600" dirty="0"/>
              <a:t>(Function&lt;T, Stream&lt;R&gt;&gt; mapper)</a:t>
            </a:r>
          </a:p>
          <a:p>
            <a:pPr lvl="1"/>
            <a:r>
              <a:rPr lang="en-US" sz="1600" dirty="0"/>
              <a:t>Used to iterate over each element of the complex collection in the stream and helps to flatten it.</a:t>
            </a:r>
          </a:p>
          <a:p>
            <a:r>
              <a:rPr lang="en-US" sz="1600" dirty="0"/>
              <a:t>Sorted()</a:t>
            </a:r>
          </a:p>
          <a:p>
            <a:pPr lvl="1"/>
            <a:r>
              <a:rPr lang="en-US" sz="1600" dirty="0"/>
              <a:t>Default descending order, we need to use comparator for ascending.</a:t>
            </a:r>
          </a:p>
          <a:p>
            <a:r>
              <a:rPr lang="en-US" sz="1600" dirty="0"/>
              <a:t>Distinct()</a:t>
            </a:r>
          </a:p>
          <a:p>
            <a:pPr lvl="1"/>
            <a:r>
              <a:rPr lang="en-US" sz="1600" dirty="0"/>
              <a:t>Removes duplicates from stream.</a:t>
            </a:r>
          </a:p>
          <a:p>
            <a:r>
              <a:rPr lang="en-US" sz="1600" dirty="0"/>
              <a:t>Peek()</a:t>
            </a:r>
          </a:p>
          <a:p>
            <a:pPr lvl="1"/>
            <a:r>
              <a:rPr lang="en-US" sz="1600" dirty="0"/>
              <a:t>Helps to see the intermediate result of the stream but it doesn’t return anything.</a:t>
            </a:r>
          </a:p>
          <a:p>
            <a:r>
              <a:rPr lang="en-US" sz="1600" dirty="0"/>
              <a:t>Limit()</a:t>
            </a:r>
          </a:p>
          <a:p>
            <a:pPr lvl="1"/>
            <a:r>
              <a:rPr lang="en-US" sz="1600" dirty="0"/>
              <a:t>Truncate the stream, to have no longer than the given size.</a:t>
            </a:r>
          </a:p>
          <a:p>
            <a:r>
              <a:rPr lang="en-US" sz="1600" dirty="0"/>
              <a:t>Skip()</a:t>
            </a:r>
          </a:p>
          <a:p>
            <a:pPr lvl="1"/>
            <a:r>
              <a:rPr lang="en-US" sz="1600" dirty="0"/>
              <a:t>Skips the first ‘n’ elements of the stream.</a:t>
            </a:r>
          </a:p>
          <a:p>
            <a:pPr lvl="1"/>
            <a:endParaRPr lang="en-US" sz="1600" dirty="0"/>
          </a:p>
          <a:p>
            <a:pPr marL="457200" lvl="1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55604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89256c7-9946-44df-b379-51beb93fd2d9}" enabled="1" method="Privilege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10970</TotalTime>
  <Words>238</Words>
  <Application>Microsoft Office PowerPoint</Application>
  <PresentationFormat>Widescreen</PresentationFormat>
  <Paragraphs>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Office Theme</vt:lpstr>
      <vt:lpstr>Streams API:</vt:lpstr>
      <vt:lpstr>PowerPoint Presentation</vt:lpstr>
      <vt:lpstr>Intermediate Operations: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VARDHAN REDDY, VEERAM VISHNU</dc:creator>
  <cp:lastModifiedBy>Vishnu Vardhan Reddy Veeram</cp:lastModifiedBy>
  <cp:revision>4</cp:revision>
  <dcterms:created xsi:type="dcterms:W3CDTF">2026-01-10T07:50:34Z</dcterms:created>
  <dcterms:modified xsi:type="dcterms:W3CDTF">2026-01-31T08:56:31Z</dcterms:modified>
</cp:coreProperties>
</file>